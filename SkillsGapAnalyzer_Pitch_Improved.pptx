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TRACK 3: ECONOMIC EMPOWERMENT &amp;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580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FC0"/>
                </a:solidFill>
              </a:rPr>
              <a:t>Opportunity isn't equal. Talent is universal — access to guidance isn't.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E4"/>
                </a:solidFill>
              </a:rPr>
              <a:t>People in underserved communities make upskilling and career decisions based on word-of-mouth and guesswork — not data.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E4"/>
                </a:solidFill>
              </a:rPr>
              <a:t>They spend months learning the wrong skills, locked out of roles they could qualify for.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731520"/>
            <a:ext cx="301752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0" y="914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EFF2"/>
                </a:solidFill>
              </a:rPr>
              <a:t>of workers in developing economies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EFF2"/>
                </a:solidFill>
              </a:rPr>
              <a:t>affected by skills mismatch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FC0"/>
                </a:solidFill>
              </a:rPr>
              <a:t>— International Labour Organization (ILO)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1828"/>
          </a:solidFill>
          <a:ln w="12700">
            <a:solidFill>
              <a:srgbClr val="0618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AFC0"/>
                </a:solidFill>
              </a:rPr>
              <a:t>"Talent is universal. The chance to develop it is not."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CDD3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Gap Analyzer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A web tool with two ways in: type the skills you have to see your best-matching roles, or search a job you want and see exactly which skills it needs.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4389120" cy="384048"/>
          </a:xfrm>
          <a:prstGeom prst="rect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2834640"/>
            <a:ext cx="4389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</a:rPr>
              <a:t>No login 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19272"/>
            <a:ext cx="4389120" cy="384048"/>
          </a:xfrm>
          <a:prstGeom prst="rect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3319272"/>
            <a:ext cx="4389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  Search by skill or by job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</a:rPr>
              <a:t/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03904"/>
            <a:ext cx="4389120" cy="384048"/>
          </a:xfrm>
          <a:prstGeom prst="rect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3803904"/>
            <a:ext cx="4389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</a:rPr>
              <a:t>Demo-ready in under 30 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051560"/>
            <a:ext cx="3474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1280160"/>
            <a:ext cx="3108960" cy="347472"/>
          </a:xfrm>
          <a:prstGeom prst="rect">
            <a:avLst/>
          </a:prstGeom>
          <a:solidFill>
            <a:srgbClr val="F0F4F5"/>
          </a:solidFill>
          <a:ln w="12700">
            <a:solidFill>
              <a:srgbClr val="BFCFC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98"/>
                </a:solidFill>
              </a:rPr>
              <a:t>Python, SQL, Excel, Statistics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719072"/>
            <a:ext cx="31089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0" y="171907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Analyze My Skills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3108960" cy="457200"/>
          </a:xfrm>
          <a:prstGeom prst="rect">
            <a:avLst/>
          </a:prstGeom>
          <a:solidFill>
            <a:srgbClr val="F7FBFB"/>
          </a:solidFill>
          <a:ln w="12700">
            <a:solidFill>
              <a:srgbClr val="D9EC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32120" y="2185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Data Analyst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80%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423160"/>
            <a:ext cx="2971800" cy="91440"/>
          </a:xfrm>
          <a:prstGeom prst="rect">
            <a:avLst/>
          </a:prstGeom>
          <a:solidFill>
            <a:srgbClr val="E2ECED"/>
          </a:solidFill>
          <a:ln w="12700">
            <a:solidFill>
              <a:srgbClr val="E2EC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532120" y="2423160"/>
            <a:ext cx="2377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0" y="2679192"/>
            <a:ext cx="3108960" cy="457200"/>
          </a:xfrm>
          <a:prstGeom prst="rect">
            <a:avLst/>
          </a:prstGeom>
          <a:solidFill>
            <a:srgbClr val="F7FBFB"/>
          </a:solidFill>
          <a:ln w="12700">
            <a:solidFill>
              <a:srgbClr val="D9EC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532120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Financial Analyst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715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60%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2953512"/>
            <a:ext cx="2971800" cy="91440"/>
          </a:xfrm>
          <a:prstGeom prst="rect">
            <a:avLst/>
          </a:prstGeom>
          <a:solidFill>
            <a:srgbClr val="E2ECED"/>
          </a:solidFill>
          <a:ln w="12700">
            <a:solidFill>
              <a:srgbClr val="E2EC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32120" y="2953512"/>
            <a:ext cx="17830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486400" y="3209544"/>
            <a:ext cx="3108960" cy="457200"/>
          </a:xfrm>
          <a:prstGeom prst="rect">
            <a:avLst/>
          </a:prstGeom>
          <a:solidFill>
            <a:srgbClr val="F7FBFB"/>
          </a:solidFill>
          <a:ln w="12700">
            <a:solidFill>
              <a:srgbClr val="D9EC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53212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Product Manager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AFC0"/>
                </a:solidFill>
              </a:rPr>
              <a:t>40%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3483864"/>
            <a:ext cx="2971800" cy="91440"/>
          </a:xfrm>
          <a:prstGeom prst="rect">
            <a:avLst/>
          </a:prstGeom>
          <a:solidFill>
            <a:srgbClr val="E2ECED"/>
          </a:solidFill>
          <a:ln w="12700">
            <a:solidFill>
              <a:srgbClr val="E2EC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532120" y="3483864"/>
            <a:ext cx="1188720" cy="91440"/>
          </a:xfrm>
          <a:prstGeom prst="rect">
            <a:avLst/>
          </a:prstGeom>
          <a:solidFill>
            <a:srgbClr val="8AAFC0"/>
          </a:solidFill>
          <a:ln w="12700">
            <a:solidFill>
              <a:srgbClr val="8AAFC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580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3000" y="1325880"/>
            <a:ext cx="914400" cy="9144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D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User types the skills they have — or searches a job they want. No account needed.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331720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3756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337560" y="109728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206240" y="1325880"/>
            <a:ext cx="914400" cy="9144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290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D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4747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47472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Matches against 100 roles across 15 sectors and calculates a % match — instantly, with typo-tolerant skill detection.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31720"/>
            <a:ext cx="411480" cy="411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40080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400800" y="109728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7269480" y="1325880"/>
            <a:ext cx="914400" cy="9144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B2DEE1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46304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922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D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6537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RANKED RESULTS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3796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Top 5 roles with match score, the exact missing skills, and a free course link for every gap.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FC0"/>
                </a:solidFill>
              </a:rPr>
              <a:t>No login  ·  No complexity  ·  Built in one hour by a 3-person team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580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FC0"/>
                </a:solidFill>
              </a:rPr>
              <a:t>Who does this exclude — and what we did about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804672"/>
          </a:xfrm>
          <a:prstGeom prst="rect">
            <a:avLst/>
          </a:prstGeom>
          <a:solidFill>
            <a:srgbClr val="0D2E48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1819656"/>
            <a:ext cx="548640" cy="548640"/>
          </a:xfrm>
          <a:prstGeom prst="ellipse">
            <a:avLst/>
          </a:prstGeom>
          <a:solidFill>
            <a:srgbClr val="0A3552"/>
          </a:solidFill>
          <a:ln w="12700">
            <a:solidFill>
              <a:srgbClr val="1E5575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6537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internet access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49040" y="174650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CE0"/>
                </a:solidFill>
              </a:rPr>
              <a:t>The tool already runs entirely in the browser with no server — a full offline build is a small next step.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651760"/>
            <a:ext cx="8595360" cy="804672"/>
          </a:xfrm>
          <a:prstGeom prst="rect">
            <a:avLst/>
          </a:prstGeom>
          <a:solidFill>
            <a:srgbClr val="0D2E48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11480" y="2779776"/>
            <a:ext cx="548640" cy="548640"/>
          </a:xfrm>
          <a:prstGeom prst="ellipse">
            <a:avLst/>
          </a:prstGeom>
          <a:solidFill>
            <a:srgbClr val="0A3552"/>
          </a:solidFill>
          <a:ln w="12700">
            <a:solidFill>
              <a:srgbClr val="1E5575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549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 literacy users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49040" y="270662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CE0"/>
                </a:solidFill>
              </a:rPr>
              <a:t>Results use plain language, short sentences, and visual progress bars — no jargon anywhere.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4320" y="3611880"/>
            <a:ext cx="8595360" cy="804672"/>
          </a:xfrm>
          <a:prstGeom prst="rect">
            <a:avLst/>
          </a:prstGeom>
          <a:solidFill>
            <a:srgbClr val="0D2E48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11480" y="3739896"/>
            <a:ext cx="548640" cy="548640"/>
          </a:xfrm>
          <a:prstGeom prst="ellipse">
            <a:avLst/>
          </a:prstGeom>
          <a:solidFill>
            <a:srgbClr val="0A3552"/>
          </a:solidFill>
          <a:ln w="12700">
            <a:solidFill>
              <a:srgbClr val="1E5575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8561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Non-English speakers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2918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749040" y="366674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CE0"/>
                </a:solidFill>
              </a:rPr>
              <a:t>Dataset and UI are designed for easy translation; all language is kept simple throughout.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Our principle: minimal input, plain language output — lowest possible barrier to entry.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Gap Analyzer</dc:title>
  <dc:subject>PptxGenJS Presentation</dc:subject>
  <dc:creator>PptxGenJS</dc:creator>
  <cp:lastModifiedBy>PptxGenJS</cp:lastModifiedBy>
  <cp:revision>1</cp:revision>
  <dcterms:created xsi:type="dcterms:W3CDTF">2026-05-30T13:24:15Z</dcterms:created>
  <dcterms:modified xsi:type="dcterms:W3CDTF">2026-05-30T13:24:15Z</dcterms:modified>
</cp:coreProperties>
</file>